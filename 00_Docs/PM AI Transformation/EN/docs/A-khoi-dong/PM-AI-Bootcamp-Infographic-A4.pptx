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783080"/>
          </a:xfrm>
          <a:prstGeom prst="rect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92608"/>
            <a:ext cx="6647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FSOFT AIX  ·  AI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6647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AI Bootcamp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PM Transformation Program  ·  English edition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6647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project managers into AI-native PMs who can direct AI, not just chat with it.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6647688" cy="822960"/>
          </a:xfrm>
          <a:prstGeom prst="roundRect">
            <a:avLst>
              <a:gd name="adj" fmla="val 8889"/>
            </a:avLst>
          </a:prstGeom>
          <a:solidFill>
            <a:srgbClr val="FBECD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975104"/>
            <a:ext cx="6135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pPr indent="0" marL="0">
              <a:buNone/>
            </a:pPr>
            <a:r>
              <a:rPr lang="en-US" sz="12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PMs to ask better chatbot questions.  </a:t>
            </a:r>
            <a:pPr indent="0" marL="0">
              <a:buNone/>
            </a:pPr>
            <a:r>
              <a:rPr lang="en-US" sz="123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</a:t>
            </a:r>
            <a:pPr indent="0" marL="0">
              <a:buNone/>
            </a:pPr>
            <a:r>
              <a:rPr lang="en-US" sz="12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PMs to run AI-first delivery with governance, telemetry, and real execution ownership.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206349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3054096"/>
            <a:ext cx="146304" cy="146304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2962656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Human-led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1661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decide and own outcomes.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2749296" y="2852928"/>
            <a:ext cx="206349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950464" y="3054096"/>
            <a:ext cx="146304" cy="146304"/>
          </a:xfrm>
          <a:prstGeom prst="ellipse">
            <a:avLst/>
          </a:prstGeom>
          <a:solidFill>
            <a:srgbClr val="3A76C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88208" y="2962656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AI-first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50464" y="3291840"/>
            <a:ext cx="1661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and executes first.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041392" y="2852928"/>
            <a:ext cx="206349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242560" y="3054096"/>
            <a:ext cx="146304" cy="146304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0304" y="2962656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Outcome-first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42560" y="3291840"/>
            <a:ext cx="1661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delivery, quality, and ROI.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+ SELF-PACED + CLINIC  ·  5 WEEKS  ·  BLENDED DELIVERY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6647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4187952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0352" y="41879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87452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Mindset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74520" y="4572000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CASAN, L0-L5, delegation mindset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57200" y="5056632"/>
            <a:ext cx="6647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5056632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3A76C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0352" y="505663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874520" y="5166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74520" y="5440680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exercises + capstone + 10 assignments on real project work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457200" y="5925312"/>
            <a:ext cx="6647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57200" y="5925312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30352" y="592531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1874520" y="6035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Zero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874520" y="6309360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defend a working vertical slice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457200" y="6647688"/>
            <a:ext cx="6647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PARTICIPANTS LEARN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976872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40080" y="7104888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080" y="7104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78992" y="705002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delegation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1078992" y="7278624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L0-L5, leash A/A+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3895344" y="6976872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078224" y="7104888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078224" y="7104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17136" y="705002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governance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4517136" y="7278624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Fail-closed, hard-stop, approval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457200" y="7653528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40080" y="7781544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0080" y="7781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78992" y="772668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&amp; ROI</a:t>
            </a:r>
            <a:endParaRPr lang="en-US" sz="1220" dirty="0"/>
          </a:p>
        </p:txBody>
      </p:sp>
      <p:sp>
        <p:nvSpPr>
          <p:cNvPr id="52" name="Text 50"/>
          <p:cNvSpPr/>
          <p:nvPr/>
        </p:nvSpPr>
        <p:spPr>
          <a:xfrm>
            <a:off x="1078992" y="7955280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hours, compression, token efficiency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3895344" y="7653528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4078224" y="7781544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078224" y="7781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517136" y="772668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</a:t>
            </a:r>
            <a:endParaRPr lang="en-US" sz="1220" dirty="0"/>
          </a:p>
        </p:txBody>
      </p:sp>
      <p:sp>
        <p:nvSpPr>
          <p:cNvPr id="57" name="Text 55"/>
          <p:cNvSpPr/>
          <p:nvPr/>
        </p:nvSpPr>
        <p:spPr>
          <a:xfrm>
            <a:off x="4517136" y="7955280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execution prompts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457200" y="8330184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640080" y="8458200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40080" y="8458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078992" y="8403336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Agent</a:t>
            </a:r>
            <a:endParaRPr lang="en-US" sz="1220" dirty="0"/>
          </a:p>
        </p:txBody>
      </p:sp>
      <p:sp>
        <p:nvSpPr>
          <p:cNvPr id="62" name="Text 60"/>
          <p:cNvSpPr/>
          <p:nvPr/>
        </p:nvSpPr>
        <p:spPr>
          <a:xfrm>
            <a:off x="1078992" y="8631936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orchestrator loop</a:t>
            </a:r>
            <a:endParaRPr lang="en-US" sz="970" dirty="0"/>
          </a:p>
        </p:txBody>
      </p:sp>
      <p:sp>
        <p:nvSpPr>
          <p:cNvPr id="63" name="Shape 61"/>
          <p:cNvSpPr/>
          <p:nvPr/>
        </p:nvSpPr>
        <p:spPr>
          <a:xfrm>
            <a:off x="3895344" y="8330184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078224" y="8458200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078224" y="8458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4517136" y="8403336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method</a:t>
            </a:r>
            <a:endParaRPr lang="en-US" sz="1220" dirty="0"/>
          </a:p>
        </p:txBody>
      </p:sp>
      <p:sp>
        <p:nvSpPr>
          <p:cNvPr id="67" name="Text 65"/>
          <p:cNvSpPr/>
          <p:nvPr/>
        </p:nvSpPr>
        <p:spPr>
          <a:xfrm>
            <a:off x="4517136" y="8631936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+ Dev Book + viva</a:t>
            </a:r>
            <a:endParaRPr lang="en-US" sz="970" dirty="0"/>
          </a:p>
        </p:txBody>
      </p:sp>
      <p:sp>
        <p:nvSpPr>
          <p:cNvPr id="68" name="Shape 66"/>
          <p:cNvSpPr/>
          <p:nvPr/>
        </p:nvSpPr>
        <p:spPr>
          <a:xfrm>
            <a:off x="457200" y="9281160"/>
            <a:ext cx="6647688" cy="841248"/>
          </a:xfrm>
          <a:prstGeom prst="roundRect">
            <a:avLst>
              <a:gd name="adj" fmla="val 8696"/>
            </a:avLst>
          </a:prstGeom>
          <a:solidFill>
            <a:srgbClr val="12294D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13232" y="9372600"/>
            <a:ext cx="6135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OUTPUT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13232" y="9646920"/>
            <a:ext cx="6135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Customer Zero 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 Book · telemetry · certification path · AI Coding Agent budget for continued use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57200" y="1033272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Project Managers  ·  Delivery mode: online/blended  ·  Tooling: AI Coding Agent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2026-07-14T04:14:38Z</dcterms:created>
  <dcterms:modified xsi:type="dcterms:W3CDTF">2026-07-14T04:14:38Z</dcterms:modified>
</cp:coreProperties>
</file>